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SQL Query Results &amp; Insights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Hospital Patient Management System – 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Patient Lifecycle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Shows total appointments, tests, billing, consulted doctors, and room types per patient.</a:t>
            </a:r>
          </a:p>
          <a:p>
            <a:r>
              <a:t>Helps understand complete interaction history of each patient with the hospital.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Department Revenue &amp; 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Breaks down total appointments and revenue per department by month.</a:t>
            </a:r>
          </a:p>
          <a:p>
            <a:r>
              <a:t>Useful for operational planning and departmental budgeting.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Doctor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Includes total patients, total appointments, average billed amount, and number of tests.</a:t>
            </a:r>
          </a:p>
          <a:p>
            <a:r>
              <a:t>Supports reward systems and performance-based scheduling.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 Cost per Test Patients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Lists patients with highest average cost per test performed.</a:t>
            </a:r>
          </a:p>
          <a:p>
            <a:r>
              <a:t>Identifies high-risk or resource-intensive patients.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Doctors With No Recent Appointments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Detects doctors without any appointments in last 90 days.</a:t>
            </a:r>
          </a:p>
          <a:p>
            <a:r>
              <a:t>Can be used for workforce optimization.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per Visit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Highlights patients with highest revenue generated per visit.</a:t>
            </a:r>
          </a:p>
          <a:p>
            <a:r>
              <a:t>Useful for identifying recurring high-value patients.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Appointments With More Than 2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Lists appointment IDs that had more than 2 tests conducted.</a:t>
            </a:r>
          </a:p>
          <a:p>
            <a:r>
              <a:t>Useful for tracking complex diagnostic cases.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Tests Costing More Than Patient's Average Bill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Flags expensive tests compared to the patient’s average bill.</a:t>
            </a:r>
          </a:p>
          <a:p>
            <a:r>
              <a:t>Can help control diagnostic overspending.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Room Occupancy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Calculates room usage percentage by type.</a:t>
            </a:r>
          </a:p>
          <a:p>
            <a:r>
              <a:t>Essential for facility management and future capacity planning.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Frequent Revisit Patients (Within 30 Days)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Identifies patients who returned within 30 days of previous visit.</a:t>
            </a:r>
          </a:p>
          <a:p>
            <a:r>
              <a:t>Useful for continuity of care tracking and possible complications.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Upcoming Appointments in 7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Shows all scheduled appointments for the coming week.</a:t>
            </a:r>
          </a:p>
          <a:p>
            <a:r>
              <a:t>Supports front-desk and staffing operations.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Doctors With Maximum Appointments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Finds the most consulted doctor.</a:t>
            </a:r>
          </a:p>
          <a:p>
            <a:r>
              <a:t>Highlights top performers or most in-demand specializations.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